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5470FA-0AE5-4E0E-BC00-09272808AEED}">
  <a:tblStyle styleId="{DD5470FA-0AE5-4E0E-BC00-09272808AE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f5983c8f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f5983c8f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f5983c8f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f5983c8f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f5983c8f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f5983c8f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f5983c8f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f5983c8f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33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App User Behavior Segmentation Using Unsupervised Learning</a:t>
            </a:r>
            <a:endParaRPr b="1" sz="1933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977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832300" cy="12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44951"/>
              <a:buNone/>
            </a:pPr>
            <a:r>
              <a:rPr lang="en" sz="2080">
                <a:solidFill>
                  <a:schemeClr val="lt1"/>
                </a:solidFill>
              </a:rPr>
              <a:t>Using K-Means Clustering</a:t>
            </a:r>
            <a:endParaRPr sz="208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44951"/>
              <a:buNone/>
            </a:pPr>
            <a:r>
              <a:t/>
            </a:r>
            <a:endParaRPr sz="208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44951"/>
              <a:buNone/>
            </a:pPr>
            <a:r>
              <a:rPr lang="en" sz="2080">
                <a:solidFill>
                  <a:schemeClr val="lt1"/>
                </a:solidFill>
              </a:rPr>
              <a:t>Aspiring Data Scientist -Tamil Arasi Rajendran</a:t>
            </a:r>
            <a:endParaRPr sz="208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44951"/>
              <a:buNone/>
            </a:pPr>
            <a:r>
              <a:t/>
            </a:r>
            <a:endParaRPr sz="208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 sz="1100">
                <a:solidFill>
                  <a:schemeClr val="lt1"/>
                </a:solidFill>
              </a:rPr>
              <a:t>Tools Used: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en" sz="1100">
                <a:solidFill>
                  <a:schemeClr val="lt1"/>
                </a:solidFill>
              </a:rPr>
              <a:t>Python | Pandas | Scikit-Learn | Plotly</a:t>
            </a:r>
            <a:endParaRPr sz="208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Problem &amp; Objective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Problem: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Users behave differently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 predefined user types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Hard to personalize marketing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Objective: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Identify hidden user groups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Segment users based on behavior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Methodology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Steps Performed: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Cleaned data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Selected behavioral features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Applied StandardScaler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Used Elbow method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Applied K-Means (K=4)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User Segments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</a:t>
            </a:r>
            <a:endParaRPr/>
          </a:p>
        </p:txBody>
      </p:sp>
      <p:graphicFrame>
        <p:nvGraphicFramePr>
          <p:cNvPr id="74" name="Google Shape;74;p16"/>
          <p:cNvGraphicFramePr/>
          <p:nvPr/>
        </p:nvGraphicFramePr>
        <p:xfrm>
          <a:off x="311700" y="1422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{DD5470FA-0AE5-4E0E-BC00-09272808AEED}</a:tableStyleId>
              </a:tblPr>
              <a:tblGrid>
                <a:gridCol w="2507000"/>
                <a:gridCol w="2507000"/>
              </a:tblGrid>
              <a:tr h="472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Segment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Behavior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9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 Engagement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Very Active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Moderate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Regular Users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 Activity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Occasional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Rare Usage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Business Impact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Business Actions: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High → Loyalty &amp; Upsell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Moderate → Growth Campaign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Low → Retention Strategy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Occasional → Re-Onboarding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Impact: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Better targeting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Increased retention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Higher revenue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